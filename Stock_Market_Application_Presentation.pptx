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MARKET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Secure, Real-Time Portfolio &amp; Trading Platform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Production-Ready Implementation using PHP 8.2, Docker, MySQL, and Render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Analyzing market challenges and how this system solves them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Market Trading Application  |  Architecture &amp; Technical Overview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886200" cy="3383280"/>
          </a:xfrm>
          <a:prstGeom prst="roundRect">
            <a:avLst>
              <a:gd name="adj" fmla="val 1351"/>
            </a:avLst>
          </a:prstGeom>
          <a:solidFill>
            <a:srgbClr val="111827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Trading System Flaws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520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Vulnerability to SQL Injection (SQLi) in login and inputs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 overhead of stock market data synchronization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Insecure sessions susceptible to hijacking and tampering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Complex environment configuration issues across dev environments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Risk of financial transaction manipulation in deposits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3886200" cy="3383280"/>
          </a:xfrm>
          <a:prstGeom prst="roundRect">
            <a:avLst>
              <a:gd name="adj" fmla="val 1351"/>
            </a:avLst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371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Secure PHP Application Solution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83480" y="1920240"/>
            <a:ext cx="3520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SQL Injection Prevention: Prepared statements via PDO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 Integration: Optimized AlphaVantage API connections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Hardened Security: Session token verification and HTTP headers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Dockerized Setup: Reusable containerization for dev/prod symmetry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Payment Integration: Tamper-proof Razorpay payment gateway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PLATFORM CAPABILITIES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detailed view of user-facing components designed for active trading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Market Trading Application  |  Architecture &amp; Technical Overview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886200" cy="1554480"/>
          </a:xfrm>
          <a:prstGeom prst="roundRect">
            <a:avLst>
              <a:gd name="adj" fmla="val 2941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258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Real-time Market Explorer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global tickers instantly. Browse stock tables, view profiles, and access selectedStock.php for detailed metrics, historical records, and real-time rates.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3886200" cy="1554480"/>
          </a:xfrm>
          <a:prstGeom prst="roundRect">
            <a:avLst>
              <a:gd name="adj" fmla="val 2941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3258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Portfolio Management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64592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Provides a complete overview of active stock holdings. Tracks quantities, average buying prices, live evaluation of total asset worth, and realized/unrealized profit logs.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886200" cy="1554480"/>
          </a:xfrm>
          <a:prstGeom prst="roundRect">
            <a:avLst>
              <a:gd name="adj" fmla="val 2941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632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Integrated Digital Wallet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Enables secure digital deposits. Fully integrated with Razorpay Checkout API, ensuring payment validation before credit is added to the user's active wallet balance.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926080"/>
            <a:ext cx="3886200" cy="1554480"/>
          </a:xfrm>
          <a:prstGeom prst="roundRect">
            <a:avLst>
              <a:gd name="adj" fmla="val 2941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30632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Transaction Ledger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83480" y="338328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highly audited transaction logs repository (transactionHistory.php) detailing timestamps, transaction types (buy/sell/deposit), share volume, and final execution price.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modern, robust development ecosystem utilizing open source technologies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Market Trading Application  |  Architecture &amp; Technical Overview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560320" cy="3383280"/>
          </a:xfrm>
          <a:prstGeom prst="roundRect">
            <a:avLst>
              <a:gd name="adj" fmla="val 1786"/>
            </a:avLst>
          </a:prstGeom>
          <a:solidFill>
            <a:srgbClr val="111827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HTML5 Semantic structure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Custom CSS Design System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Vanilla JS DOM updates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Razorpay payment checkout UI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Interactive charting modules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3383280"/>
          </a:xfrm>
          <a:prstGeom prst="roundRect">
            <a:avLst>
              <a:gd name="adj" fmla="val 1786"/>
            </a:avLst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325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PROCESSES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182880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PHP 8.2.x Runtime engines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Secure Session Managers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PDO Prepared Statements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AlphaVantage API integration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System Error Logging scripts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560320" cy="3383280"/>
          </a:xfrm>
          <a:prstGeom prst="roundRect">
            <a:avLst>
              <a:gd name="adj" fmla="val 1786"/>
            </a:avLst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325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&amp; DATA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63640" y="182880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MySQL Relational DB Schema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Docker Containerization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Render.com Cloud Platform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Apache HTTP server configs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Decoupled config via .env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SECURITY-FIRST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Hardening code and infrastructure layers to protect user digital assets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Market Trading Application  |  Architecture &amp; Technical Overview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886200" cy="3383280"/>
          </a:xfrm>
          <a:prstGeom prst="roundRect">
            <a:avLst>
              <a:gd name="adj" fmla="val 135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Application Code Security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520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 Mitigation: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database call utilizes PDO prepared statements with strict parameter binding (no raw variable interpolation).
</a:t>
            </a:r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 Protection: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Passwords securely crypt-encoded using PHP password_hash() with strong BCRYPT cost factor algorithm.
</a:t>
            </a:r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Sessioning: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 authentication checks on top of every page. Instant redirects to login index if session validation fails.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3886200" cy="3383280"/>
          </a:xfrm>
          <a:prstGeom prst="roundRect">
            <a:avLst>
              <a:gd name="adj" fmla="val 135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371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Server &amp; Infrastructure Security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83480" y="1828800"/>
            <a:ext cx="3520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 Enforcement: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Enforces SSL encryption and URL rewriting via server .htaccess rules (HTTP to HTTPS redirection).
</a:t>
            </a:r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Defense-In-Depth Headers: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Configured X-Frame-Options (Clickjacking defense) and X-Content-Type-Options (MIME sniffing defense).
</a:t>
            </a:r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Disclosure Shield: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and system errors are internally logged to logs/ error logs, rather than outputted on the browser.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SCHEMA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Normalized relational database layout optimized for transactional consistency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Market Trading Application  |  Architecture &amp; Technical Overview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560320" cy="3383280"/>
          </a:xfrm>
          <a:prstGeom prst="roundRect">
            <a:avLst>
              <a:gd name="adj" fmla="val 178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users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INT (Primary Key, Auto-Inc)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name: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VARCHAR(255)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email: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VARCHAR(255) (Unique Index)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password: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VARCHAR(255) (Hashed)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balance: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DECIMAL(10,2) (Default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created_at: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TIMESTAMP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3383280"/>
          </a:xfrm>
          <a:prstGeom prst="roundRect">
            <a:avLst>
              <a:gd name="adj" fmla="val 178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325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stock_details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1783080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INT (Primary Key, Auto-Inc)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user_id: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INT (Foreign Key -&gt; users.id)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ticker: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VARCHAR(10) (Stock Symbol)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quantity: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INT (Shares Owned)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avg_buy_price: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DECIMAL(10,2)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last_updated: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TIMESTAMP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560320" cy="3383280"/>
          </a:xfrm>
          <a:prstGeom prst="roundRect">
            <a:avLst>
              <a:gd name="adj" fmla="val 178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325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 users_transaction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63640" y="1783080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INT (Primary Key, Auto-Inc)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user_id: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INT (Foreign Key -&gt; users.id)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ticker: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VARCHAR(10)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quantity: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price: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DECIMAL(10,2)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transaction_type: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ENUM ('buy','sell','deposit')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transaction_date: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TIMESTAMP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 &amp; CLOUD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deployment and lifecycle orchestration via Docker and Render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Market Trading Application  |  Architecture &amp; Technical Overview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468880" cy="3017520"/>
          </a:xfrm>
          <a:prstGeom prst="roundRect">
            <a:avLst>
              <a:gd name="adj" fmla="val 1852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80160" y="1645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Dockerization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production Docker container encapsulates Apache, PHP 8.2 core configuration, and the source code. Minimizes configuration drift across development setups.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2468880" cy="3017520"/>
          </a:xfrm>
          <a:prstGeom prst="roundRect">
            <a:avLst>
              <a:gd name="adj" fmla="val 1852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554480"/>
            <a:ext cx="54864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160520" y="1645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 Platform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21945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 web service hooks directly to the main Git branch. Every push triggers automatic cloud rebuilding, caching, and hot replacement without down-time.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468880" cy="3017520"/>
          </a:xfrm>
          <a:prstGeom prst="roundRect">
            <a:avLst>
              <a:gd name="adj" fmla="val 1852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554480"/>
            <a:ext cx="54864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040880" y="1645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 Separation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1945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Decouples credentials. Database connection credentials, Razorpay secret API keys, and configurations are securely provisioned via Render environment injects.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SYSTEM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enhancements slated to scale functionality, intelligence, and response times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Market Trading Application  |  Architecture &amp; Technical Overview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468880" cy="3200400"/>
          </a:xfrm>
          <a:prstGeom prst="roundRect">
            <a:avLst>
              <a:gd name="adj" fmla="val 1852"/>
            </a:avLst>
          </a:prstGeom>
          <a:solidFill>
            <a:srgbClr val="111827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63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1: LIVE TICK-BY-TICK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Implement WebSockets to replace REST polling for stock tick data.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Lower API payload latency for instantaneous price charts.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Support server-sent notifications on custom alerts.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468880" cy="3200400"/>
          </a:xfrm>
          <a:prstGeom prst="roundRect">
            <a:avLst>
              <a:gd name="adj" fmla="val 1852"/>
            </a:avLst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463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2: ADVANCED ORDERING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96596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Expand order ledger logic to support limit orders &amp; stop-loss executions.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Build background automation cron jobs to process pending limit trades.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Integrate multi-currency assets wallet operations.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2468880" cy="3200400"/>
          </a:xfrm>
          <a:prstGeom prst="roundRect">
            <a:avLst>
              <a:gd name="adj" fmla="val 1852"/>
            </a:avLst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463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3: SMART AUTO-TRADING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196596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Implement algorithmic triggers based on RSI, MACD, and custom technical metrics.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Introduce predictive machine learning advisor widgets on details dashboard.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Export transaction ledgers to CSV &amp; PDF.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Market Trading Application Overview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0" y="3383280"/>
            <a:ext cx="3657600" cy="1097280"/>
          </a:xfrm>
          <a:prstGeom prst="roundRect">
            <a:avLst>
              <a:gd name="adj" fmla="val 416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3566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• Scalable • Containerized PHP Solution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3886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Repository: github.com/Sp0520/stock_market_application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Deployments: Powered by Render Web Services &amp; Managed Docker Runtimes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2026-08-06T04:09:31Z</dcterms:created>
  <dcterms:modified xsi:type="dcterms:W3CDTF">2026-08-06T04:09:31Z</dcterms:modified>
</cp:coreProperties>
</file>